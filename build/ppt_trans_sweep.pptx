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9AC23-9C77-E9A0-8ADA-5B325B09C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4DB91F-BEEB-6D5B-6692-A6CCDE750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E17EF-79D3-1D19-1C66-412CDE47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EA33EC-956F-0D4A-46DA-D98E9E70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FD1AB4-C32D-E2CF-ED4A-EB6B59DB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13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009AD-FE3D-F32E-8D0A-95D6F27A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74CF4-5CF7-18AA-E6C7-5B950F97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72633-EEAB-A042-CF0E-84A8BE5A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F8531-AB8B-03B4-9DDF-7B876270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52330-0AF9-ED3D-E0EA-10D06F0A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92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286D5-6076-4392-8285-B046F377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AE8E65-A9B0-91AF-CDF8-26DA74097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B37952-803E-7EB4-9D8F-BB534961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B12C91-4893-645F-FF62-4D029228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9C05F-2B88-9C7E-55FF-42A6F0F13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4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6998F-6BF0-428B-0F6C-9D8AF5B2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1D94E-F251-B5E8-759D-CD6135C88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9B070-03CB-3B12-29FD-8ED6FACDF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B5750D-F94A-9DCE-132B-CF4AA1E0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F22E5F-C967-9ECB-E9E7-7489D787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ACE83D-83E4-9EB6-BABC-BA2A7381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74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3D534-0ACF-C1F9-4357-ED956E81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B9C05-89AD-351B-4545-40EE6BFF4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6335AD-8666-3568-35E2-E9DB116FF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8E7394-D81C-273F-811E-3104CB2A3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414B02-5976-45C1-735C-4C31669B9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B8F425-4FE0-8B97-5E5D-77C08C4E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834643-3658-8B3F-2985-9DAE558C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4D546F-5CD2-1B54-104E-0592E66F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14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EF009-69A6-EB3E-5D20-A0F24372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38D19A-5566-7C33-F5AA-C2E997E4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3583F0-AA3C-2628-BDA8-D47627D1F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9250F9-4A4F-81CC-0F32-9DC35BB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8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29E0C5-69C4-B0AB-1AA4-34CEA96B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BAE601-4DA7-3287-B342-BDCEC571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DCA294-A02B-C204-3EBA-D2B26672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8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52257-C0F8-EEED-9850-C1C9DB64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7D8B0-10AB-349B-B59C-B8D7338C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8D6C8F-C7CA-1CAA-2EE5-A97BBBA33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2C8BB1-2480-DD70-1404-B3EC6BFA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F7165C-7AAF-EE42-56CA-0C3BBD61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1AE9AB-089A-C9DE-79BB-9BB9D435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12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C0135-E6E3-1CA4-C44E-0DA52BB9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0DF295-6CB5-B1C3-7B8C-5CA7FEACE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E31987-A8C4-ABE9-2059-513D24373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B20ED0-D844-5395-3067-4E3DA6CC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79A8B5-5329-BF81-ACF1-F8E3E6C0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86D884-5232-75EE-ECE1-8E6DDCE3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5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626C6-6379-507C-4BC4-4F1CFED0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DDCABB-19E4-A04B-32B3-CF5CADC23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95FE13-A515-921D-B95A-59E94C85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AE37A-E8EA-60C1-A141-36FAD30F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E24A6C-D7E4-4B7A-ECE3-384979B0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10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5AFF80-35C9-9F35-716D-1D8D00B05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83C747-6BE7-3A4A-0DF3-D4B11F443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A17D4-7912-987F-FD60-188DF4FA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FCA528-6D42-F423-F0CA-94E23320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B3D25B-7708-3DB6-223B-C4BC936C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07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3AF3C2-04B6-825C-9383-78C4DA1D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D38A84-F221-D5F3-367A-C05F9EE9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DE164-6F20-E6F4-C023-DE2FDD5F1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EA255-475F-44EB-8B02-323A56AB8E10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62963E-C784-ED14-1BA4-DE1863224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41794-AC11-9EA8-01AC-1C5589996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F2B39-3CB4-4F6A-8E18-2ECB2789F8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99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04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06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61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14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05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3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4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06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56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190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23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7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24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372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394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86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475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701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301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690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654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04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431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906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092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832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465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793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594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378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489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44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568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735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747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6120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104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355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592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855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8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826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095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582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7575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2226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84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845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554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776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207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515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1318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7754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162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1470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5359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305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431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27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2026-09-06T18:23:52Z</dcterms:created>
  <dcterms:modified xsi:type="dcterms:W3CDTF">2026-09-06T18:23:52Z</dcterms:modified>
</cp:coreProperties>
</file>