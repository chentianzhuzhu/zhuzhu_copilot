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A4919-86ED-2C9D-9D36-DF3A1ADFE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4079C2-2C5E-2EED-FFE2-B55735A1B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BC7B50-24A7-0255-3F95-D839D7D7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3990A-BDF9-726C-A2F6-CAE18C70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7E6C0-FCFC-0EFA-6ADD-C045CF21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21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FB17B2-4277-C37B-97A6-0B1E8E5F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BA268-23AF-B98D-D678-BF625DB1A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0DA63-E26E-E85D-D31B-32754166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DB5D3-CB0F-4BD7-1D7B-DA901AFA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056F4-13C2-37F3-1E0A-EA4B0025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EC0CF-59D8-3AF7-3A86-7E496E8A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8DB316-68B5-2289-3403-A528E015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211EF-32CD-7E4A-96CF-3AF7141D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4B9D0-D7F9-5A14-FC9F-67292E8F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8F61E9-9BD6-D09D-52E9-61BE1931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66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50A1A-D91D-0A18-1485-78B6F1E7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20276F-EA74-FE0B-5F93-8D68F080C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5F6176-0EB9-8CE5-ADAC-871D452D3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2E5AA-93F7-FA51-4F08-9CE5D620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6B115-2A54-9447-B524-C61C0C34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EC8FE-3C41-3E8F-EF73-55307290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3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3D0F2-5EF4-966C-D53C-559C17296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427A4B-FAB5-D1BC-46F6-816F05A1D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1881D1-1A8F-A1FE-2D70-C71327938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F7013-E25D-92F1-3C5F-985D8DF79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2D5894-376E-05D2-598B-7351066C5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5A58CD-A07C-4F63-CC3A-4E84EBE9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720C00-51C2-9DDE-8A9D-B643322B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47E0FB-6430-177C-14E4-DCF2790D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17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E450F-4DD3-A7E8-6847-7F835BDF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CF23FD-2805-903D-7BC1-E7AE4EF4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8A53FF-E8FD-C654-A06A-2201D5E3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FA41BB-F737-3F71-C233-1DDCA781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62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2A5973-F9D8-D2FE-FB5C-D52F3FA4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889177-CFB3-CE4B-5C92-0E6847A7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4ADB88-36FE-2C87-820A-DDC92F8B1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9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28437-69E5-8E1A-57F2-172D2A93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93E374-39EB-F1BE-FE2E-CC2AD6B1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0517B2-4B55-FA24-9C15-4B236A690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CE309F-38A8-BD36-25D2-B0A17BD6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CE5C74-F97E-E544-2B38-7C6756D6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A4E52-7E72-FA33-7736-CD7539EB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62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5E822-85D5-CBDB-1709-9EC73ADA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31673D-E4A0-22F7-490B-0323EA245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E227F4-153A-3ADC-7457-838DAF06B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92D3C8-D65F-BD3F-DC96-00F9EC75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5C0E0-027D-27D6-5240-A252D4D0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2AD326-6DBB-0C7D-ECE6-64BD6028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11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67C35-FCF1-A552-B89F-08A5C9FA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FF4954-655F-1ED8-BB44-A9B559AAD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50B3ED-8FB8-2939-40CE-ECED2F62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2CE0DB-F2BD-0AE6-9288-A8B657AA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DDFCEC-D398-FBEC-BBBF-D31214D8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30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7935AC-E9B5-0A83-F701-042DEA5B5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121946-362F-EEA8-1DDB-6F25E2A2C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26402C-221D-BCDC-EAEA-1E433A871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5A95A-4D18-B149-A9D8-C4258FB8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E5B833-D47A-713A-7AAC-0F18B607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60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005C90-97DD-2735-9141-7A26C2A1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4491FB-C4CC-0D41-3220-BFEACC0B3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BE3EE-267E-7CCA-E297-7BFC677A2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5B649-CE6B-4F4B-9EC4-5F44738A6DDE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45E67-6A0A-CF74-BC9A-485AB9051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82C17-C4F1-BE72-E506-26D0469B6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7D05E-4086-47B8-9B7A-86C6129FAA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09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2026-09-06T18:24:28Z</dcterms:created>
  <dcterms:modified xsi:type="dcterms:W3CDTF">2026-09-06T18:24:28Z</dcterms:modified>
</cp:coreProperties>
</file>