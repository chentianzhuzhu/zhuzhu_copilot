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8C7E1-D2B5-9838-6A64-440547E64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F9A60C6-EF75-4C6F-5F7A-2C07946E0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A14D0-E23E-F6AD-BEEC-956E285F9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3DD1D-61D6-CC77-1E0F-23ADBB76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64853E-F7E5-6A3E-0F9B-756504797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763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801945-1CC0-AC5A-41A4-09B0233E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F1EBB-F8EB-48EA-6FE2-5CB997D3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DECE51-43CA-6B87-5291-963E9A15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63D44E-919D-EFD5-3F80-6D0C5E47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3D28F5-0B99-1401-9306-068501F2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92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9C4B4-0432-1982-4DD2-1F9AC4B16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1BE145-C869-33E7-0026-78C7623D0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BCE2E-966E-E38D-5874-4FE368D5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B8B7FB-4506-AA4C-1F40-24BF5713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E19BAB-ACCA-A205-C275-0F9CE62C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9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C210C-BF1C-B424-DF35-6A37A8BF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801F8-37CF-45E7-A3A8-7474041E9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CF81D0-AA09-4FEA-825B-1B42A5F89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B9DC7B-5E51-E34B-4931-059E1E8B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A08E00-59FB-DB1D-6AE7-67989A32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D2750B-BA86-F89A-1C5D-0010F88BC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71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247C9-8A13-9C4B-1BCA-DA0EE0F33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339DE5-E076-0CC1-7905-055595116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00024F-A09A-5663-D41F-161EBE297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9D242D2-3C1B-7A1D-51D9-FA1254A243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1A7421-0D04-98B9-E673-7FA4F9BAE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CF1DC3-4932-59A7-C947-363F68AC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E3A33E-414E-448D-BB42-651C4ED4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4A452D1-D6F4-8431-9561-9FB24C977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07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DC380-920E-8D27-DB6A-9B0FC3AF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9668A5-8532-1969-CF06-59BEF0C8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2EB3E4-A003-0E59-1F3D-C158F472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E2DB9C-84A5-AECE-5BE7-99C0309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52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425181-0191-193B-EA26-943F8686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2DE3E5-67E4-A55D-FF59-78C8DA9B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6F2CD9-CCC1-3569-2724-C235AFA4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64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0D068-AA89-C3BB-2969-D2FD7B7E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36093-6718-1412-855D-88677B041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184B1E-5864-98B9-E228-94C39379A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D098C8-6094-CDD1-3CD7-6E259298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9CFC7A-8713-59B4-8E51-C87EAA16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6F6768-60D1-36AB-23D3-E8EEE452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81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395BE0-532B-DFF6-63CF-6A72E4866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B3F8F9-C566-1857-C844-F6A49DCC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057862-9A72-B28B-9DAB-12CFC0C23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797A6B-FE55-27D0-6EE7-D3D11634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550686-8E36-7110-CB62-F18E7F2C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4DC2E7-B9F4-BD43-1A9A-D7707EFE5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1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84F77-C8E4-871C-7BCB-A3B02551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06C683-FB00-499D-6277-F48E73523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47360E-8917-8EA7-3239-618DAAA2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6F21DB-82E4-D084-EF36-877F428F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0B436D-9B6B-9630-4DBA-2921CAC7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491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1C698D-FA88-ADC7-9514-55F9081AB5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9046CA-2A76-93C0-93EB-6A9C792A1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59493-1633-4C24-9275-2B595298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C86F0-CD84-A7AD-CFBE-893C246DB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FFEA1-CEB0-2AF7-924F-A5DDDFE0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82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71897F4-C610-BA69-959D-A79E9251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7A158F-6C61-405E-CC28-9EF5B7359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7632B-E528-5101-9E27-983B12C10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6E165-4708-4C00-8798-8A3BDCE58211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B5CEF2-9287-BF55-CF37-FEBEF87E8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4D8DB2-43E9-7275-7753-D46D7FB98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B29B5-C856-4E0B-9826-F482CAD2C8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320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681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451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 thruBlk="1"/>
      </p:transition>
    </mc:Choice>
    <mc:Fallback>
      <p:transition spd="slow">
        <p:cut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020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121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/>
      </p:transition>
    </mc:Choice>
    <mc:Fallback>
      <p:transition spd="slow">
        <p:blinds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354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2752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/>
      </p:transition>
    </mc:Choice>
    <mc:Fallback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211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hecker dir="vert"/>
      </p:transition>
    </mc:Choice>
    <mc:Fallback>
      <p:transition spd="slow">
        <p:checke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69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/>
      </p:transition>
    </mc:Choice>
    <mc:Fallback>
      <p:transition spd="slow">
        <p:cov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387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 dir="u"/>
      </p:transition>
    </mc:Choice>
    <mc:Fallback>
      <p:transition spd="slow">
        <p:cover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91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 dir="r"/>
      </p:transition>
    </mc:Choice>
    <mc:Fallback>
      <p:transition spd="slow">
        <p:cover dir="r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2683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 dir="d"/>
      </p:transition>
    </mc:Choice>
    <mc:Fallback>
      <p:transition spd="slow">
        <p:cover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747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 dir="lu"/>
      </p:transition>
    </mc:Choice>
    <mc:Fallback>
      <p:transition spd="slow">
        <p:cover dir="l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865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 dir="ru"/>
      </p:transition>
    </mc:Choice>
    <mc:Fallback>
      <p:transition spd="slow">
        <p:cover dir="r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643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 dir="ld"/>
      </p:transition>
    </mc:Choice>
    <mc:Fallback>
      <p:transition spd="slow">
        <p:cover dir="l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776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ver dir="rd"/>
      </p:transition>
    </mc:Choice>
    <mc:Fallback>
      <p:transition spd="slow">
        <p:cover dir="r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832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594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88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</p:transition>
    </mc:Choice>
    <mc:Fallback>
      <p:transition spd="slow">
        <p:pull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7288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u"/>
      </p:transition>
    </mc:Choice>
    <mc:Fallback>
      <p:transition spd="slow">
        <p:pull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171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r"/>
      </p:transition>
    </mc:Choice>
    <mc:Fallback>
      <p:transition spd="slow">
        <p:pull dir="r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89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d"/>
      </p:transition>
    </mc:Choice>
    <mc:Fallback>
      <p:transition spd="slow">
        <p:pull dir="d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434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u"/>
      </p:transition>
    </mc:Choice>
    <mc:Fallback>
      <p:transition spd="slow">
        <p:pull dir="lu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569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ru"/>
      </p:transition>
    </mc:Choice>
    <mc:Fallback>
      <p:transition spd="slow">
        <p:pull dir="ru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408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ld"/>
      </p:transition>
    </mc:Choice>
    <mc:Fallback>
      <p:transition spd="slow">
        <p:pull dir="ld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87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 dir="rd"/>
      </p:transition>
    </mc:Choice>
    <mc:Fallback>
      <p:transition spd="slow">
        <p:pull dir="rd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362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/>
      </p:transition>
    </mc:Choice>
    <mc:Fallback>
      <p:transition spd="slow">
        <p:strips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5109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 dir="ru"/>
      </p:transition>
    </mc:Choice>
    <mc:Fallback>
      <p:transition spd="slow">
        <p:strips dir="ru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661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 dir="ld"/>
      </p:transition>
    </mc:Choice>
    <mc:Fallback>
      <p:transition spd="slow">
        <p:strips dir="ld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955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 dir="rd"/>
      </p:transition>
    </mc:Choice>
    <mc:Fallback>
      <p:transition spd="slow">
        <p:strips dir="rd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79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/>
      </p:transition>
    </mc:Choice>
    <mc:Fallback>
      <p:transition spd="slow">
        <p:strips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908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 dir="ru"/>
      </p:transition>
    </mc:Choice>
    <mc:Fallback>
      <p:transition spd="slow">
        <p:strips dir="ru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219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 dir="ld"/>
      </p:transition>
    </mc:Choice>
    <mc:Fallback>
      <p:transition spd="slow">
        <p:strips dir="ld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439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trips dir="rd"/>
      </p:transition>
    </mc:Choice>
    <mc:Fallback>
      <p:transition spd="slow">
        <p:strips dir="rd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913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/>
      </p:transition>
    </mc:Choice>
    <mc:Fallback>
      <p:transition spd="slow">
        <p:wip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629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u"/>
      </p:transition>
    </mc:Choice>
    <mc:Fallback>
      <p:transition spd="slow">
        <p:wipe dir="u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614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r"/>
      </p:transition>
    </mc:Choice>
    <mc:Fallback>
      <p:transition spd="slow">
        <p:wipe dir="r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367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ipe dir="d"/>
      </p:transition>
    </mc:Choice>
    <mc:Fallback>
      <p:transition spd="slow">
        <p:wipe dir="d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95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zoom/>
      </p:transition>
    </mc:Choice>
    <mc:Fallback>
      <p:transition spd="slow">
        <p:zo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344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zoom dir="in"/>
      </p:transition>
    </mc:Choice>
    <mc:Fallback>
      <p:transition spd="slow">
        <p:zoom dir="in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953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5312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08314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8720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0657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28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/>
      </p:transition>
    </mc:Choice>
    <mc:Fallback>
      <p:transition spd="slow">
        <p:spli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73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dir="in"/>
      </p:transition>
    </mc:Choice>
    <mc:Fallback>
      <p:transition spd="slow">
        <p:split dir="in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341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orient="vert"/>
      </p:transition>
    </mc:Choice>
    <mc:Fallback>
      <p:transition spd="slow">
        <p:split orient="vert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390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137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ircle/>
      </p:transition>
    </mc:Choice>
    <mc:Fallback>
      <p:transition spd="slow">
        <p:circl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122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/>
      </p:transition>
    </mc:Choice>
    <mc:Fallback>
      <p:transition spd="slow">
        <p:comb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0008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omb dir="vert"/>
      </p:transition>
    </mc:Choice>
    <mc:Fallback>
      <p:transition spd="slow">
        <p:comb dir="vert"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033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newsflash/>
      </p:transition>
    </mc:Choice>
    <mc:Fallback>
      <p:transition spd="slow">
        <p:newsflash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04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lus/>
      </p:transition>
    </mc:Choice>
    <mc:Fallback>
      <p:transition spd="slow">
        <p:plus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705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d"/>
      </p:transition>
    </mc:Choice>
    <mc:Fallback>
      <p:transition spd="slow">
        <p:push dir="d"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234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/>
      </p:transition>
    </mc:Choice>
    <mc:Fallback>
      <p:transition spd="slow">
        <p:push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851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r"/>
      </p:transition>
    </mc:Choice>
    <mc:Fallback>
      <p:transition spd="slow">
        <p:push dir="r"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688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sh dir="u"/>
      </p:transition>
    </mc:Choice>
    <mc:Fallback>
      <p:transition spd="slow">
        <p:push dir="u"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844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edge/>
      </p:transition>
    </mc:Choice>
    <mc:Fallback>
      <p:transition spd="slow">
        <p:wedg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010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1"/>
      </p:transition>
    </mc:Choice>
    <mc:Fallback>
      <p:transition spd="slow">
        <p:wheel spokes="1"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872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2"/>
      </p:transition>
    </mc:Choice>
    <mc:Fallback>
      <p:transition spd="slow">
        <p:wheel spokes="2"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860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3"/>
      </p:transition>
    </mc:Choice>
    <mc:Fallback>
      <p:transition spd="slow">
        <p:wheel spokes="3"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485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/>
      </p:transition>
    </mc:Choice>
    <mc:Fallback>
      <p:transition spd="slow">
        <p:wheel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649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wheel spokes="8"/>
      </p:transition>
    </mc:Choice>
    <mc:Fallback>
      <p:transition spd="slow">
        <p:wheel spokes="8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 天亮</dc:creator>
  <cp:lastModifiedBy>朱 天亮</cp:lastModifiedBy>
  <cp:revision>1</cp:revision>
  <dcterms:created xsi:type="dcterms:W3CDTF">2026-09-06T18:25:27Z</dcterms:created>
  <dcterms:modified xsi:type="dcterms:W3CDTF">2026-09-06T18:25:27Z</dcterms:modified>
</cp:coreProperties>
</file>