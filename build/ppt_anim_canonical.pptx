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625FA2-A9A2-EFEC-6F3C-2AB6DC1667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D48FE5C-298E-D28C-F339-9B4AFD65D5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9937AB2-3ED4-57D3-DC03-2347AA7293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67849-51A3-4A42-AAB7-F2851B105E80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1B5E221-98EC-6A83-A54B-34E4D8622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BBB0061-8399-CA4A-FB90-5D8778299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4CAC7-18C1-45C0-8B45-2C2D9695F6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05947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7D850A-F0F1-3B40-CA1B-EEF1159B8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70C3074-8095-6B61-747B-DBFC1DBB89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FB1367C-6356-6C25-C079-56463CC69F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67849-51A3-4A42-AAB7-F2851B105E80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726930E-DA7F-2A1F-75AF-F8D433DD4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3E97989-B9D5-6CE9-150B-C5B220736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4CAC7-18C1-45C0-8B45-2C2D9695F6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13882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92CF9E-1366-CF73-F6B2-C2996A6EE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FD39D0F-2228-5E12-C8CE-341D9E91C5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074AD32-F038-4549-6739-04A0C69AA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67849-51A3-4A42-AAB7-F2851B105E80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553DFE2-F70C-8A92-F900-7A8CBF079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F284678-0EE0-5CCB-8F94-24918EF3C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4CAC7-18C1-45C0-8B45-2C2D9695F6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40972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9A0AEA-E24A-A542-238D-4C1F206E2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0271DB2-3EEF-157A-EAEE-662126BD63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8B0AC3E-4066-5598-AC88-7AF08858BC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41A4A51-E4C3-ECD1-3616-A4A7FDD8B1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67849-51A3-4A42-AAB7-F2851B105E80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2DFC6AA-7E34-6A58-5F56-717169F69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5EC80AC-50F9-3ED1-B8ED-71BCDC70B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4CAC7-18C1-45C0-8B45-2C2D9695F6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04229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EC0535-2E69-CB84-92A6-92CF34774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52FEB0C-47A5-16F2-69EA-7B2E0AED11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5EF79F9-34F6-4006-364E-BDC19C0439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B9C2FE5-7C63-6F65-7E68-FDFACE56E8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955D61B-4FF5-6E04-2C8F-0CF9FF104C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EA16220-F5BC-166C-C42D-4E9C849257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67849-51A3-4A42-AAB7-F2851B105E80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632E48F-2F31-E43D-10B4-C88F06BFC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97EA832-5A23-CC41-2FCF-70A46A816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4CAC7-18C1-45C0-8B45-2C2D9695F6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32173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AF2A1F-6981-D091-F856-C8DE241C8B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FF444F7-9B6B-6C96-E330-169360C4B6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67849-51A3-4A42-AAB7-F2851B105E80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72C4A4A-2B04-2467-9747-CB9354565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46A6FF6-F318-BC72-633A-9BA3C89EE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4CAC7-18C1-45C0-8B45-2C2D9695F6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40602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E9390AB-15BE-6D5E-6D13-C8A58B55C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67849-51A3-4A42-AAB7-F2851B105E80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D9EA557-FEAF-08C4-A227-6958E65073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5C6C4BA-5F58-BC34-27CD-98FE9D345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4CAC7-18C1-45C0-8B45-2C2D9695F6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97992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C2DE4B-D166-96E5-7F86-FE70E9D0B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5069F7F-612E-B7C1-E00D-BEF91F9ABD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3AC80E7-146B-BDC4-846F-C25ABC898B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C63C703-9B10-5DFB-E23D-92E544F7D1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67849-51A3-4A42-AAB7-F2851B105E80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B313F12-675E-D61F-78F5-AB9F5DDA15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90FE932-C3CC-97C0-C572-0732C01C5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4CAC7-18C1-45C0-8B45-2C2D9695F6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45800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AEC1DF-5195-1C59-5819-303F475E8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FF5A091-49D9-85DB-1E94-363A6EC06A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3D81ED4-EAA2-D60A-B768-4F31A37C45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0F57E59-20B0-E464-4559-431BFA9C48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67849-51A3-4A42-AAB7-F2851B105E80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D3366B5-1455-C1E7-19A9-098076EAC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A9D023F-373C-884F-BFBF-9F5B3EF9D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4CAC7-18C1-45C0-8B45-2C2D9695F6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62643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65FC5A-BBA5-D827-4301-588E32D431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065380C-4710-8B13-41B4-AF57D3D2AF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BF49067-5A8F-2B5E-4F6C-A511AC27F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67849-51A3-4A42-AAB7-F2851B105E80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120A7D6-BA29-8C63-2826-E9EF18040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0C7E3FC-3224-571C-E868-5BD4E1683A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4CAC7-18C1-45C0-8B45-2C2D9695F6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02385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C4F00B6-75F1-1F1D-03C6-C40C5455B0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691820D-9D4E-F6E9-32D8-3A7DDDCE73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BBB8CD7-AD3A-68FB-DE92-9BBA1FA468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67849-51A3-4A42-AAB7-F2851B105E80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ABAC5A2-C13F-9306-F3D2-D1BDD02F1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456B7F9-51BC-8C97-9497-DDA751ABD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4CAC7-18C1-45C0-8B45-2C2D9695F6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12567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A8A7071-4B41-690D-BA80-6B533251FD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07720F7-2705-BEF5-1712-6534FF39C2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778F435-7665-D298-9508-A31310301B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067849-51A3-4A42-AAB7-F2851B105E80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8E7787B-3D9B-18BE-2364-ED81E326F7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1B886B1-75BE-E087-0DAD-4032F35747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D4CAC7-18C1-45C0-8B45-2C2D9695F6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37923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9D64E94F-C2D9-9DC8-F45E-7A2E8483609C}"/>
              </a:ext>
            </a:extLst>
          </p:cNvPr>
          <p:cNvSpPr txBox="1"/>
          <p:nvPr/>
        </p:nvSpPr>
        <p:spPr>
          <a:xfrm>
            <a:off x="508000" y="508000"/>
            <a:ext cx="508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/>
              <a:t>Fade </a:t>
            </a:r>
            <a:r>
              <a:rPr lang="zh-CN" altLang="en-US"/>
              <a:t>目标</a:t>
            </a:r>
          </a:p>
        </p:txBody>
      </p:sp>
    </p:spTree>
    <p:extLst>
      <p:ext uri="{BB962C8B-B14F-4D97-AF65-F5344CB8AC3E}">
        <p14:creationId xmlns:p14="http://schemas.microsoft.com/office/powerpoint/2010/main" val="3328627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</Words>
  <Application>Microsoft Office PowerPoint</Application>
  <PresentationFormat>自定义</PresentationFormat>
  <Paragraphs>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朱 天亮</dc:creator>
  <cp:lastModifiedBy>朱 天亮</cp:lastModifiedBy>
  <cp:revision>1</cp:revision>
  <dcterms:created xsi:type="dcterms:W3CDTF">2026-09-06T18:18:41Z</dcterms:created>
  <dcterms:modified xsi:type="dcterms:W3CDTF">2026-09-06T18:18:41Z</dcterms:modified>
</cp:coreProperties>
</file>