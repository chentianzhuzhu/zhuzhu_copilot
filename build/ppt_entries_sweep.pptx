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08E95-D212-58DB-40F2-F6FCBB22E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4D5793-B30E-C66A-338C-3B130C3AF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C04C2-5DD8-1382-3834-3DEFF0C3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AA25A-7A92-6E3D-4B07-F4E87F00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5CD3F4-AA7C-B77F-7EE4-181EA7F4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68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AB5DF-F624-335F-8D03-DA6C3896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62223F-A33F-2FB6-13A8-EBB054F8D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6F7B69-01F3-625D-4662-4E4DDE4E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8148D1-6A3C-D2A9-729A-2F565FE0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40E47-8AF0-09D8-5DAD-4F6E796E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22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68224-78AB-8314-FBA9-665D3D77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B650D0-5065-D2C3-4362-EC51D9C6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7A0531-AE97-5982-9931-88692107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78E4A1-F907-5C9C-28EE-3FF98C2A3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B5F6E-F332-76EA-297E-BFEC990A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25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65A65-87DC-0597-05EB-015D0771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C8B5E8-6481-DEA3-D60A-22D4E4DB4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860002-493B-A393-735E-2E461230F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552486-9938-F418-2AFA-12495F30E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B91AE0-C17C-8611-ABB7-93A95296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3168D2-F104-8D2E-1A05-EE4BBA4E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23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E3FB1-75A4-5561-6749-85C6C6EB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C0AD53-2DF6-40D7-DA58-701BF1D38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4E07C3-AC10-6B4B-772A-7203B56AF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1E0B66-3CC6-BD77-50A9-5D632D898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C68433-344A-172A-E2B0-BFFC850E2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1C83F5-9EB2-55E5-F62B-DFDF93739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A4E678-D8D0-978D-2486-4C0C92C2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963559-FC84-0550-B37C-384849C2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26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782C4-BFE7-8C22-6CE6-87C71B33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8C5566-A08A-6374-E465-AA6026C7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59DD0A-5B2D-12BC-93DA-70065E15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209F0A-82FE-610C-7F3D-1FEB00BC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12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05286F-2277-1265-CAD9-1F139BE9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9FCF7B-4909-19BF-7BDF-833753E4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858A90-8DD9-CEF3-75F4-9B09E508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37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0407F-ADA5-3B00-84A6-CBAC0872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B583E0-58B7-052A-5B72-40AA931C9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6F4227-0EC6-18FE-C947-232B7B534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9F5C3A-83E4-24CA-5B7E-7ADFF46B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EA3DB1-1576-887E-231A-B3165CE7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D76E2D-0989-219E-85EF-D8FB2E42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94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EF525-DCEA-BB7D-9AE0-A3B58D087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738BF0-7B7D-83EF-1E85-0D23C4DD4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B11D35-93EF-A01B-CA40-EDE9D0869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0C6556-4145-3F2D-C91D-63E31280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6F6025-0C16-E798-7B7A-B1FB6D29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F52B79-33B6-F345-119F-AAB4DA2D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06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1DDA-E42D-AEF3-C1A9-F584E77F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2F1145-CC74-16CE-AC97-C727DD8B0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CE328-260A-FDA0-E6F4-D21CC328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CE5513-5683-2F90-56D3-DF181C90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0AF76-AC7B-1220-4B01-E5F0AC2E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74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E5BB7B-A195-636D-E95F-FA842D0E4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BAAC55-DF85-7470-78C9-524877AF6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39754D-66EA-E06C-2968-2376503F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C7B005-E176-17BD-7530-4AADC7F6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4B8CE-2A92-C6BE-8E5F-B3769BF3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26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2A71C1-475D-7F68-B283-0519B41F3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4C684F-0662-137D-0051-52493C6E5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81D7FF-E524-F48F-5435-5F4BF38A5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1FD9E-2225-49B7-9950-933565D394B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F471C-A123-396E-95B7-36FD90E2E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F0C4E-2AF9-5591-F537-FD7253179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02518-FF16-4CAB-AE02-516146BD9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38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B8F573-9251-0683-4A28-C59EAEB62794}"/>
              </a:ext>
            </a:extLst>
          </p:cNvPr>
          <p:cNvSpPr txBox="1"/>
          <p:nvPr/>
        </p:nvSpPr>
        <p:spPr>
          <a:xfrm>
            <a:off x="508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320E1D-4460-1EE2-A2DE-463A84A6E628}"/>
              </a:ext>
            </a:extLst>
          </p:cNvPr>
          <p:cNvSpPr txBox="1"/>
          <p:nvPr/>
        </p:nvSpPr>
        <p:spPr>
          <a:xfrm>
            <a:off x="2286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6B4878-4B20-DE09-4BE2-727D9C32C973}"/>
              </a:ext>
            </a:extLst>
          </p:cNvPr>
          <p:cNvSpPr txBox="1"/>
          <p:nvPr/>
        </p:nvSpPr>
        <p:spPr>
          <a:xfrm>
            <a:off x="4064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67694F-EA72-4E11-17CA-1ED955244236}"/>
              </a:ext>
            </a:extLst>
          </p:cNvPr>
          <p:cNvSpPr txBox="1"/>
          <p:nvPr/>
        </p:nvSpPr>
        <p:spPr>
          <a:xfrm>
            <a:off x="5842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0DF3F7-2C5E-3E7C-8E4B-0FBEE1838625}"/>
              </a:ext>
            </a:extLst>
          </p:cNvPr>
          <p:cNvSpPr txBox="1"/>
          <p:nvPr/>
        </p:nvSpPr>
        <p:spPr>
          <a:xfrm>
            <a:off x="7620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EACE99-CE9D-0E13-C71C-FFAB5A73F1E9}"/>
              </a:ext>
            </a:extLst>
          </p:cNvPr>
          <p:cNvSpPr txBox="1"/>
          <p:nvPr/>
        </p:nvSpPr>
        <p:spPr>
          <a:xfrm>
            <a:off x="9398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CDB01F-3962-F9A5-FC3C-99B00BEF2ACA}"/>
              </a:ext>
            </a:extLst>
          </p:cNvPr>
          <p:cNvSpPr txBox="1"/>
          <p:nvPr/>
        </p:nvSpPr>
        <p:spPr>
          <a:xfrm>
            <a:off x="11176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EID7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C82C05-0559-3C8B-4BDD-751F6C381725}"/>
              </a:ext>
            </a:extLst>
          </p:cNvPr>
          <p:cNvSpPr txBox="1"/>
          <p:nvPr/>
        </p:nvSpPr>
        <p:spPr>
          <a:xfrm>
            <a:off x="12954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EID8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3E6171-F1C7-EFE6-3141-CF5AE2427342}"/>
              </a:ext>
            </a:extLst>
          </p:cNvPr>
          <p:cNvSpPr txBox="1"/>
          <p:nvPr/>
        </p:nvSpPr>
        <p:spPr>
          <a:xfrm>
            <a:off x="14732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EID9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410ECD-C435-F408-501C-489033F2DCE1}"/>
              </a:ext>
            </a:extLst>
          </p:cNvPr>
          <p:cNvSpPr txBox="1"/>
          <p:nvPr/>
        </p:nvSpPr>
        <p:spPr>
          <a:xfrm>
            <a:off x="16510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EID10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DB493C-5599-8456-1D6F-AED2E40C0232}"/>
              </a:ext>
            </a:extLst>
          </p:cNvPr>
          <p:cNvSpPr txBox="1"/>
          <p:nvPr/>
        </p:nvSpPr>
        <p:spPr>
          <a:xfrm>
            <a:off x="18288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EID11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5EA675-AB71-6F49-89F0-7A45A8B1F48B}"/>
              </a:ext>
            </a:extLst>
          </p:cNvPr>
          <p:cNvSpPr txBox="1"/>
          <p:nvPr/>
        </p:nvSpPr>
        <p:spPr>
          <a:xfrm>
            <a:off x="20066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EID12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33D864-F1ED-34D9-AB55-9BA005C10342}"/>
              </a:ext>
            </a:extLst>
          </p:cNvPr>
          <p:cNvSpPr txBox="1"/>
          <p:nvPr/>
        </p:nvSpPr>
        <p:spPr>
          <a:xfrm>
            <a:off x="21844000" y="50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EID13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6D8FB2-7858-0043-2D1F-7844BB5010DC}"/>
              </a:ext>
            </a:extLst>
          </p:cNvPr>
          <p:cNvSpPr txBox="1"/>
          <p:nvPr/>
        </p:nvSpPr>
        <p:spPr>
          <a:xfrm>
            <a:off x="508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EID14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D143BC7-775B-9EE6-2A24-F0B198A28B52}"/>
              </a:ext>
            </a:extLst>
          </p:cNvPr>
          <p:cNvSpPr txBox="1"/>
          <p:nvPr/>
        </p:nvSpPr>
        <p:spPr>
          <a:xfrm>
            <a:off x="2286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EID15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0CFC32-EC44-1C0A-A2EE-701D231DB972}"/>
              </a:ext>
            </a:extLst>
          </p:cNvPr>
          <p:cNvSpPr txBox="1"/>
          <p:nvPr/>
        </p:nvSpPr>
        <p:spPr>
          <a:xfrm>
            <a:off x="4064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EID16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AF251D-9CDE-8127-785D-525BF978872C}"/>
              </a:ext>
            </a:extLst>
          </p:cNvPr>
          <p:cNvSpPr txBox="1"/>
          <p:nvPr/>
        </p:nvSpPr>
        <p:spPr>
          <a:xfrm>
            <a:off x="5842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EID17</a:t>
            </a:r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9CCF763-478C-5F8C-C48F-8EC00FBA647A}"/>
              </a:ext>
            </a:extLst>
          </p:cNvPr>
          <p:cNvSpPr txBox="1"/>
          <p:nvPr/>
        </p:nvSpPr>
        <p:spPr>
          <a:xfrm>
            <a:off x="7620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EID18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7C590E-2379-9191-9500-9FC51CFE9783}"/>
              </a:ext>
            </a:extLst>
          </p:cNvPr>
          <p:cNvSpPr txBox="1"/>
          <p:nvPr/>
        </p:nvSpPr>
        <p:spPr>
          <a:xfrm>
            <a:off x="9398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EID19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0D7ED8-1019-EFD9-B78E-D431DD73CF84}"/>
              </a:ext>
            </a:extLst>
          </p:cNvPr>
          <p:cNvSpPr txBox="1"/>
          <p:nvPr/>
        </p:nvSpPr>
        <p:spPr>
          <a:xfrm>
            <a:off x="11176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EID20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F28667-5E8C-71FB-039F-CF10F8A68D4A}"/>
              </a:ext>
            </a:extLst>
          </p:cNvPr>
          <p:cNvSpPr txBox="1"/>
          <p:nvPr/>
        </p:nvSpPr>
        <p:spPr>
          <a:xfrm>
            <a:off x="12954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EID21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79E003-AEBD-DF86-66BB-B6811D427BDB}"/>
              </a:ext>
            </a:extLst>
          </p:cNvPr>
          <p:cNvSpPr txBox="1"/>
          <p:nvPr/>
        </p:nvSpPr>
        <p:spPr>
          <a:xfrm>
            <a:off x="14732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EID22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FC2D103-93C1-CCC7-8A97-39932D6BFAA7}"/>
              </a:ext>
            </a:extLst>
          </p:cNvPr>
          <p:cNvSpPr txBox="1"/>
          <p:nvPr/>
        </p:nvSpPr>
        <p:spPr>
          <a:xfrm>
            <a:off x="16510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EID23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3CDC43E-D849-DE92-32D0-05B773DAE06B}"/>
              </a:ext>
            </a:extLst>
          </p:cNvPr>
          <p:cNvSpPr txBox="1"/>
          <p:nvPr/>
        </p:nvSpPr>
        <p:spPr>
          <a:xfrm>
            <a:off x="18288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EID24</a:t>
            </a:r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4DAEF7-8BDB-9F67-3059-5C04268E8FB6}"/>
              </a:ext>
            </a:extLst>
          </p:cNvPr>
          <p:cNvSpPr txBox="1"/>
          <p:nvPr/>
        </p:nvSpPr>
        <p:spPr>
          <a:xfrm>
            <a:off x="20066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EID25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55C019-38C0-1273-EE28-F6188B3D8D2A}"/>
              </a:ext>
            </a:extLst>
          </p:cNvPr>
          <p:cNvSpPr txBox="1"/>
          <p:nvPr/>
        </p:nvSpPr>
        <p:spPr>
          <a:xfrm>
            <a:off x="21844000" y="1270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EID26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DC90CC3-3B3E-A7A1-19A5-8F96B116FCC0}"/>
              </a:ext>
            </a:extLst>
          </p:cNvPr>
          <p:cNvSpPr txBox="1"/>
          <p:nvPr/>
        </p:nvSpPr>
        <p:spPr>
          <a:xfrm>
            <a:off x="508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EID27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B3D52D1-3396-CC80-5EC2-59DCC1741891}"/>
              </a:ext>
            </a:extLst>
          </p:cNvPr>
          <p:cNvSpPr txBox="1"/>
          <p:nvPr/>
        </p:nvSpPr>
        <p:spPr>
          <a:xfrm>
            <a:off x="2286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EID28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102D1F-39E0-CE61-D295-C2AAAD97F93A}"/>
              </a:ext>
            </a:extLst>
          </p:cNvPr>
          <p:cNvSpPr txBox="1"/>
          <p:nvPr/>
        </p:nvSpPr>
        <p:spPr>
          <a:xfrm>
            <a:off x="4064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EID29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EEA2D6-0656-60C6-1C12-4317B005D5C5}"/>
              </a:ext>
            </a:extLst>
          </p:cNvPr>
          <p:cNvSpPr txBox="1"/>
          <p:nvPr/>
        </p:nvSpPr>
        <p:spPr>
          <a:xfrm>
            <a:off x="5842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EID30</a:t>
            </a:r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5BC4C2-206C-640F-D9A4-2ECD2B8835AB}"/>
              </a:ext>
            </a:extLst>
          </p:cNvPr>
          <p:cNvSpPr txBox="1"/>
          <p:nvPr/>
        </p:nvSpPr>
        <p:spPr>
          <a:xfrm>
            <a:off x="7620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EID31</a:t>
            </a:r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B6FDE0-4383-492E-4B97-BAC31AC4BD18}"/>
              </a:ext>
            </a:extLst>
          </p:cNvPr>
          <p:cNvSpPr txBox="1"/>
          <p:nvPr/>
        </p:nvSpPr>
        <p:spPr>
          <a:xfrm>
            <a:off x="9398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EID32</a:t>
            </a:r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838ECD-C856-2260-C56D-D005FACF2F02}"/>
              </a:ext>
            </a:extLst>
          </p:cNvPr>
          <p:cNvSpPr txBox="1"/>
          <p:nvPr/>
        </p:nvSpPr>
        <p:spPr>
          <a:xfrm>
            <a:off x="11176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EID33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EBC8B72-EB62-A799-4513-7E7922E1D532}"/>
              </a:ext>
            </a:extLst>
          </p:cNvPr>
          <p:cNvSpPr txBox="1"/>
          <p:nvPr/>
        </p:nvSpPr>
        <p:spPr>
          <a:xfrm>
            <a:off x="12954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EID34</a:t>
            </a:r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FF7C5EB-5C31-873B-051D-993C6EBD7767}"/>
              </a:ext>
            </a:extLst>
          </p:cNvPr>
          <p:cNvSpPr txBox="1"/>
          <p:nvPr/>
        </p:nvSpPr>
        <p:spPr>
          <a:xfrm>
            <a:off x="14732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EID35</a:t>
            </a:r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241020A-6C42-FB58-69ED-4C150174C1D6}"/>
              </a:ext>
            </a:extLst>
          </p:cNvPr>
          <p:cNvSpPr txBox="1"/>
          <p:nvPr/>
        </p:nvSpPr>
        <p:spPr>
          <a:xfrm>
            <a:off x="16510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EID36</a:t>
            </a:r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EB666A7-543F-4FB0-6DC0-2F88DBF0B4D2}"/>
              </a:ext>
            </a:extLst>
          </p:cNvPr>
          <p:cNvSpPr txBox="1"/>
          <p:nvPr/>
        </p:nvSpPr>
        <p:spPr>
          <a:xfrm>
            <a:off x="18288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EID37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6D6377A-C7CD-DE26-5B9B-549F584B0E66}"/>
              </a:ext>
            </a:extLst>
          </p:cNvPr>
          <p:cNvSpPr txBox="1"/>
          <p:nvPr/>
        </p:nvSpPr>
        <p:spPr>
          <a:xfrm>
            <a:off x="20066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EID38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D4F3A78-975C-19C5-0008-154B0791BE98}"/>
              </a:ext>
            </a:extLst>
          </p:cNvPr>
          <p:cNvSpPr txBox="1"/>
          <p:nvPr/>
        </p:nvSpPr>
        <p:spPr>
          <a:xfrm>
            <a:off x="21844000" y="2032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EID39</a:t>
            </a:r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84D26A6-CEFA-E2AD-E62F-8B0D4E11F47D}"/>
              </a:ext>
            </a:extLst>
          </p:cNvPr>
          <p:cNvSpPr txBox="1"/>
          <p:nvPr/>
        </p:nvSpPr>
        <p:spPr>
          <a:xfrm>
            <a:off x="508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EID40</a:t>
            </a:r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14EF578-D2DD-B6C7-AEE4-E6E088A3675E}"/>
              </a:ext>
            </a:extLst>
          </p:cNvPr>
          <p:cNvSpPr txBox="1"/>
          <p:nvPr/>
        </p:nvSpPr>
        <p:spPr>
          <a:xfrm>
            <a:off x="2286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EID41</a:t>
            </a:r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6E8AD24-91A8-EFB5-3B27-B65C8EA99E0B}"/>
              </a:ext>
            </a:extLst>
          </p:cNvPr>
          <p:cNvSpPr txBox="1"/>
          <p:nvPr/>
        </p:nvSpPr>
        <p:spPr>
          <a:xfrm>
            <a:off x="4064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EID42</a:t>
            </a:r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1ECACD0-F1FC-3E94-164E-7F37B6D20DD9}"/>
              </a:ext>
            </a:extLst>
          </p:cNvPr>
          <p:cNvSpPr txBox="1"/>
          <p:nvPr/>
        </p:nvSpPr>
        <p:spPr>
          <a:xfrm>
            <a:off x="5842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EID43</a:t>
            </a:r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650911C-A65A-5BFE-2274-0DFE758B4988}"/>
              </a:ext>
            </a:extLst>
          </p:cNvPr>
          <p:cNvSpPr txBox="1"/>
          <p:nvPr/>
        </p:nvSpPr>
        <p:spPr>
          <a:xfrm>
            <a:off x="7620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EID44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FF6F2C7-2F29-12FA-46B9-675D2108510E}"/>
              </a:ext>
            </a:extLst>
          </p:cNvPr>
          <p:cNvSpPr txBox="1"/>
          <p:nvPr/>
        </p:nvSpPr>
        <p:spPr>
          <a:xfrm>
            <a:off x="9398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EID45</a:t>
            </a:r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3D83F6D-D24E-3443-D8E3-5F70CD6F0461}"/>
              </a:ext>
            </a:extLst>
          </p:cNvPr>
          <p:cNvSpPr txBox="1"/>
          <p:nvPr/>
        </p:nvSpPr>
        <p:spPr>
          <a:xfrm>
            <a:off x="11176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EID46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0D29C38-2345-7D62-9967-AB3B21FC668A}"/>
              </a:ext>
            </a:extLst>
          </p:cNvPr>
          <p:cNvSpPr txBox="1"/>
          <p:nvPr/>
        </p:nvSpPr>
        <p:spPr>
          <a:xfrm>
            <a:off x="12954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EID47</a:t>
            </a:r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2F54CEB-741E-4016-361C-69195FC18CD0}"/>
              </a:ext>
            </a:extLst>
          </p:cNvPr>
          <p:cNvSpPr txBox="1"/>
          <p:nvPr/>
        </p:nvSpPr>
        <p:spPr>
          <a:xfrm>
            <a:off x="14732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EID48</a:t>
            </a:r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A69A722-5303-0E22-7CD3-B72367A689E4}"/>
              </a:ext>
            </a:extLst>
          </p:cNvPr>
          <p:cNvSpPr txBox="1"/>
          <p:nvPr/>
        </p:nvSpPr>
        <p:spPr>
          <a:xfrm>
            <a:off x="16510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EID49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6A6C0A4-4F33-2F69-6D6C-53F98476199D}"/>
              </a:ext>
            </a:extLst>
          </p:cNvPr>
          <p:cNvSpPr txBox="1"/>
          <p:nvPr/>
        </p:nvSpPr>
        <p:spPr>
          <a:xfrm>
            <a:off x="18288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EID50</a:t>
            </a:r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9BD2873-790F-F72B-94A4-5F4F0AC09800}"/>
              </a:ext>
            </a:extLst>
          </p:cNvPr>
          <p:cNvSpPr txBox="1"/>
          <p:nvPr/>
        </p:nvSpPr>
        <p:spPr>
          <a:xfrm>
            <a:off x="20066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EID51</a:t>
            </a:r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2F9DE8A-F477-9343-32F8-C7457E7D9346}"/>
              </a:ext>
            </a:extLst>
          </p:cNvPr>
          <p:cNvSpPr txBox="1"/>
          <p:nvPr/>
        </p:nvSpPr>
        <p:spPr>
          <a:xfrm>
            <a:off x="21844000" y="2794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EID52</a:t>
            </a:r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A142E42-BB3E-666A-EF5B-90A5F982E2D6}"/>
              </a:ext>
            </a:extLst>
          </p:cNvPr>
          <p:cNvSpPr txBox="1"/>
          <p:nvPr/>
        </p:nvSpPr>
        <p:spPr>
          <a:xfrm>
            <a:off x="508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EID53</a:t>
            </a:r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C840AB2-14FA-73CE-2525-86A6D6E01254}"/>
              </a:ext>
            </a:extLst>
          </p:cNvPr>
          <p:cNvSpPr txBox="1"/>
          <p:nvPr/>
        </p:nvSpPr>
        <p:spPr>
          <a:xfrm>
            <a:off x="2286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EID54</a:t>
            </a:r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0010937-D7DA-AAF3-CF17-92B869E5C79B}"/>
              </a:ext>
            </a:extLst>
          </p:cNvPr>
          <p:cNvSpPr txBox="1"/>
          <p:nvPr/>
        </p:nvSpPr>
        <p:spPr>
          <a:xfrm>
            <a:off x="4064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EID55</a:t>
            </a:r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7BF6596-6033-FEE2-1DCC-867B8685C07F}"/>
              </a:ext>
            </a:extLst>
          </p:cNvPr>
          <p:cNvSpPr txBox="1"/>
          <p:nvPr/>
        </p:nvSpPr>
        <p:spPr>
          <a:xfrm>
            <a:off x="5842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EID56</a:t>
            </a:r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D9FC91A-346F-A63B-0C04-2E37459CDD93}"/>
              </a:ext>
            </a:extLst>
          </p:cNvPr>
          <p:cNvSpPr txBox="1"/>
          <p:nvPr/>
        </p:nvSpPr>
        <p:spPr>
          <a:xfrm>
            <a:off x="7620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EID57</a:t>
            </a:r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AC21BD4-AB6E-1A6D-62C9-BE6BD821D1A9}"/>
              </a:ext>
            </a:extLst>
          </p:cNvPr>
          <p:cNvSpPr txBox="1"/>
          <p:nvPr/>
        </p:nvSpPr>
        <p:spPr>
          <a:xfrm>
            <a:off x="9398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EID58</a:t>
            </a:r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5F1BE0B-2285-BD2D-A604-D41E42FD1170}"/>
              </a:ext>
            </a:extLst>
          </p:cNvPr>
          <p:cNvSpPr txBox="1"/>
          <p:nvPr/>
        </p:nvSpPr>
        <p:spPr>
          <a:xfrm>
            <a:off x="11176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EID59</a:t>
            </a:r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34997B4-2C56-C6B3-F27E-FA86E59BF8E0}"/>
              </a:ext>
            </a:extLst>
          </p:cNvPr>
          <p:cNvSpPr txBox="1"/>
          <p:nvPr/>
        </p:nvSpPr>
        <p:spPr>
          <a:xfrm>
            <a:off x="12954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EID60</a:t>
            </a:r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12B987B-9086-E4D6-4292-0612529392CA}"/>
              </a:ext>
            </a:extLst>
          </p:cNvPr>
          <p:cNvSpPr txBox="1"/>
          <p:nvPr/>
        </p:nvSpPr>
        <p:spPr>
          <a:xfrm>
            <a:off x="14732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EID61</a:t>
            </a:r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CCB31D4-C890-9619-08B0-58927ADF6A17}"/>
              </a:ext>
            </a:extLst>
          </p:cNvPr>
          <p:cNvSpPr txBox="1"/>
          <p:nvPr/>
        </p:nvSpPr>
        <p:spPr>
          <a:xfrm>
            <a:off x="16510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EID62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35332BC-B631-828E-F5FF-CC241F599FBE}"/>
              </a:ext>
            </a:extLst>
          </p:cNvPr>
          <p:cNvSpPr txBox="1"/>
          <p:nvPr/>
        </p:nvSpPr>
        <p:spPr>
          <a:xfrm>
            <a:off x="18288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EID63</a:t>
            </a:r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881DAA4-30B8-D0DA-9CCC-257DF89B4A01}"/>
              </a:ext>
            </a:extLst>
          </p:cNvPr>
          <p:cNvSpPr txBox="1"/>
          <p:nvPr/>
        </p:nvSpPr>
        <p:spPr>
          <a:xfrm>
            <a:off x="20066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EID64</a:t>
            </a:r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A150965-218A-35B5-5011-8176AB93E9E8}"/>
              </a:ext>
            </a:extLst>
          </p:cNvPr>
          <p:cNvSpPr txBox="1"/>
          <p:nvPr/>
        </p:nvSpPr>
        <p:spPr>
          <a:xfrm>
            <a:off x="21844000" y="3556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EID65</a:t>
            </a:r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B895F23-5BDD-7F40-CF2D-07D9CB7A9303}"/>
              </a:ext>
            </a:extLst>
          </p:cNvPr>
          <p:cNvSpPr txBox="1"/>
          <p:nvPr/>
        </p:nvSpPr>
        <p:spPr>
          <a:xfrm>
            <a:off x="508000" y="431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EID66</a:t>
            </a:r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0BD6C5A-B5CB-C592-99F8-7F8918763BA1}"/>
              </a:ext>
            </a:extLst>
          </p:cNvPr>
          <p:cNvSpPr txBox="1"/>
          <p:nvPr/>
        </p:nvSpPr>
        <p:spPr>
          <a:xfrm>
            <a:off x="2286000" y="431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EID67</a:t>
            </a:r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5578E6C-7FEF-5DAF-D613-C5597C24F326}"/>
              </a:ext>
            </a:extLst>
          </p:cNvPr>
          <p:cNvSpPr txBox="1"/>
          <p:nvPr/>
        </p:nvSpPr>
        <p:spPr>
          <a:xfrm>
            <a:off x="4064000" y="431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EID68</a:t>
            </a:r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634D2D1-9690-3E07-197C-FD795EC310AA}"/>
              </a:ext>
            </a:extLst>
          </p:cNvPr>
          <p:cNvSpPr txBox="1"/>
          <p:nvPr/>
        </p:nvSpPr>
        <p:spPr>
          <a:xfrm>
            <a:off x="5842000" y="431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EID69</a:t>
            </a:r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2842C78-43A1-BE19-7E99-5C4214E4D739}"/>
              </a:ext>
            </a:extLst>
          </p:cNvPr>
          <p:cNvSpPr txBox="1"/>
          <p:nvPr/>
        </p:nvSpPr>
        <p:spPr>
          <a:xfrm>
            <a:off x="7620000" y="43180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EID70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7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4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5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1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800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0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0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9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 tmFilter="0,0; .5, 1; 1, 1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770" decel="100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3" dur="770" decel="100000"/>
                                        <p:tgtEl>
                                          <p:spTgt spid="4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15" dur="7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17" dur="7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5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5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3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6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6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6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6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2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黑体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39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94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95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96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0" dur="2000" fill="hold"/>
                                        <p:tgtEl>
                                          <p:spTgt spid="6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9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4" dur="indefinite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41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23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24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5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42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4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428" dur="6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32" dur="indefinit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53" dur="500" autoRev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4" dur="500" autoRev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5" dur="500" autoRev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6" grpId="0"/>
      <p:bldP spid="57" grpId="0"/>
      <p:bldP spid="58" grpId="0"/>
      <p:bldP spid="59" grpId="0"/>
      <p:bldP spid="60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自定义</PresentationFormat>
  <Paragraphs>70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黑体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 天亮</dc:creator>
  <cp:lastModifiedBy>朱 天亮</cp:lastModifiedBy>
  <cp:revision>1</cp:revision>
  <dcterms:created xsi:type="dcterms:W3CDTF">2026-09-06T18:19:54Z</dcterms:created>
  <dcterms:modified xsi:type="dcterms:W3CDTF">2026-09-06T18:19:55Z</dcterms:modified>
</cp:coreProperties>
</file>