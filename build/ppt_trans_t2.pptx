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A735B-0D1F-F71A-ABDF-236068C03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96158D-F702-355B-E188-174433A6B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BF7816-B816-FFA6-E7CB-74E65F12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B00E7-B090-FC7C-F941-9842903D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5E955-865A-4785-1FC6-31F287CC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0966E-9D47-D2E9-EF50-E8BB5656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0F614-CA09-5635-B5DC-E0938E6C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9087A-DFEB-9B4B-7E0E-9BB2F712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16BE4-B978-7C25-3409-7705701E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0A19A-F8F4-86D6-FCF0-573BAB90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6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71F55-1306-2C10-1EBF-4684AAD7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EE18C-F5E6-A89E-745D-BAFCB238C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9FDF1B-3F4E-8CE4-9411-7A2628D1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03E3B-4654-634C-0FA9-8E54F35C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F727D2-6A4A-46F5-331B-73DAE244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7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B36EA-E359-9491-820D-F5F69CB4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8355F-1830-3F8B-CB7A-F17618AA8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BBD4C0-3F69-9182-6288-1866C5189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968BAD-E0B1-CE4A-4CF7-429232E3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577DA-2E00-67F1-53A1-B10A8034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21EA34-3B19-2950-1706-9BE223A6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20DD9-EB95-EBFC-B71E-9D3769AC0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8B8AC6-D59C-CBC0-D4F1-3E76B581E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620828-506D-1E7E-4534-B609CBC43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39A3CF-ED8C-5C62-200B-8A21304D1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AE4122-AF90-5985-CF9E-2EFD87C8A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8689F4-44FD-25B9-03F3-650F678F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314AB5-5DB8-39EA-03F7-9DA082E7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D33C22-F305-FBCB-F4AE-70C2A31B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21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55E82-65AC-216F-339B-71AE1833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9CC3AD-ED2A-207D-ACC7-E562A9FE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0C1A96-B57C-6C38-97D0-8C858A86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DB01FD-4200-705B-58E9-4BE2305F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2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0FB359-A174-93A2-C78E-23630F5B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4490C3-131F-90F1-43BC-B97D2778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88F319-2951-4F62-D207-9734D68C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06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F1036-E5F9-AF35-0528-0F683395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E79B2-AFA7-8915-583A-DCEAEC91F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3FF777-36BE-80A5-1B63-5DF571B69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EBF33C-2954-C722-CA74-4CEFABA3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BEBFE3-7632-4E5E-EF36-190F88B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0AAA2B-757A-22F0-753E-C0414082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28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EB916-55B2-F740-A8EB-182C1830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C231B5-D00A-A7C0-1602-CC6FAB8A0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5ED0FA-D348-E6D7-2AFF-7EFFE179E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E83D1-4972-69D6-5614-2DD96F31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464C01-A1AF-C899-0D6E-8B998CBC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F73F7-559C-E50A-B933-C3455665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2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10349-8078-C965-5B68-B3E89FF5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251D5-5026-04F5-A792-F5F381911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151E81-D042-0515-3A5D-3814E645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D06BA-DE4D-A0F8-C9DA-345E8C7D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A9429A-47A6-9588-88B5-02ADF8FE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47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D0F124-481E-A3C4-3163-59D0854FE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BC2902-8078-D9E5-C099-3FE0A38CB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5DF9AC-6269-840E-7A85-D1B371F2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D4EDA-AF4D-EDD3-846D-225FE45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35AE27-9C1D-9116-9A5A-AD9533DE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16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2E73AA-770C-6FFC-F068-189CD48E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8ADE07-299B-2870-9DE5-BB90DD20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718FF-3DAE-F259-1B0B-82EFAFEC7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51ADA-720E-460F-93B8-DA20C735636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026A0-E451-0610-9B32-22D3C55B2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73A32-EEDD-147A-CC0F-2BC5195CA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D8090-79A3-4935-A7E3-F09D8587C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62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023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97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2026-09-06T18:24:45Z</dcterms:created>
  <dcterms:modified xsi:type="dcterms:W3CDTF">2026-09-06T18:24:45Z</dcterms:modified>
</cp:coreProperties>
</file>