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03C407-9351-CADA-C159-A9D2E00D4B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EA5F042-F07C-EF15-3F02-419264EAA0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D9537B-E30E-1EF2-5385-77450ED00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6CE8A-47C9-4A68-82CD-852740B894F1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A9750-6553-AF61-1C0E-901293B80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B95FB3-CD85-0128-9B45-66B42CA38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D31D-C654-495B-9E1E-D93AFACEC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2808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C8984D-3B04-305B-4654-C3FD6D1B3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AB449E-49F9-C67E-151C-7D6C59DD8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87298B-6369-CD32-DD21-E96189E54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6CE8A-47C9-4A68-82CD-852740B894F1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B34AC5-341D-D08E-C715-96ADCBCA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548539-B0DF-9CDF-D4BE-A97D08B17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D31D-C654-495B-9E1E-D93AFACEC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2130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06F67D-829C-66D0-96AF-188E1C062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DD9238-AFEF-C4B1-A5AC-83D86FACF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CEA5F1-8F87-B1D6-CE16-CFB68358A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6CE8A-47C9-4A68-82CD-852740B894F1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85973E-614F-F3AB-B023-6DF24A3C1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AB0890-1577-5BC9-B7B6-770C6A47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D31D-C654-495B-9E1E-D93AFACEC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286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1D61BF-B7D8-C6E5-BCB4-E40CE1F10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8E2FF1-2E44-F5F7-8978-F7D21BBA7B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BFAC77-52D8-453C-408F-02B3F8F75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40CC59-64E9-57B5-DBC6-24AAD5D94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6CE8A-47C9-4A68-82CD-852740B894F1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C354CE-87C1-7129-296E-532243DB7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541205-70D1-3089-3418-AAEDD5793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D31D-C654-495B-9E1E-D93AFACEC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1319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AC7C15-D3C2-50E5-E7B1-4B47CE7CE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6B349A-4843-4EDE-C06F-C9AD23DD6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0A4DC5-321F-5E99-D33B-5E7146218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CAEC9EB-343C-BB12-19D2-216EB9B1DE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AB95783-57C3-4887-0B00-098E3D0E9F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3C058F8-3285-299C-7BCD-EACB0DFB7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6CE8A-47C9-4A68-82CD-852740B894F1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5796A49-DB88-6FE8-CD4B-ADB075D1D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396C0C0-EFBC-6899-E646-5BDED53F2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D31D-C654-495B-9E1E-D93AFACEC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4532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22E385-26F8-3834-71A0-14917879B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0CBA51A-AE83-E2E3-8D06-59B03CC86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6CE8A-47C9-4A68-82CD-852740B894F1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2A1576F-F0D5-93E0-F2F3-E5ECB5B8D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4638A5-B769-CEDC-AE66-6163D22CB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D31D-C654-495B-9E1E-D93AFACEC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957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9768ACF-8046-0F73-12A1-0BFF9765B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6CE8A-47C9-4A68-82CD-852740B894F1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F046331-8C43-CB34-C440-8DB7AA32F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9E62E7-492D-3E87-BEE1-CA55907F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D31D-C654-495B-9E1E-D93AFACEC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488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BCC0D9-336C-64CC-38A4-53AA08748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2D27E9-50C2-7BD2-FC73-BA57905AC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156C4CD-2AF9-4D7C-B737-853FFAAFA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C12EB9-0EE6-C77B-2B6A-4377F281B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6CE8A-47C9-4A68-82CD-852740B894F1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5CA12E-D2EF-B5FC-9B5B-8C915689D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1B5752-4505-BD8A-5F28-63E1DA6A3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D31D-C654-495B-9E1E-D93AFACEC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068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82CF7A-6A07-A9E6-C521-6EB2EFDB1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B366AD6-9BB0-0975-6B44-20D850D4B2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CC9F297-FB9A-910A-444E-EED25D53D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B7371E-A05D-266F-D308-ACD6BAC18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6CE8A-47C9-4A68-82CD-852740B894F1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117857-F833-F34D-77A0-5E76E2F63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9866EF-14D9-C0E4-9DA6-C290BB9FD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D31D-C654-495B-9E1E-D93AFACEC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2827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440C51-0086-0351-F59F-00E5B6661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562964-A8DC-7DE8-D9CC-63A97969D0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F348D8-021B-C020-868F-326051AD5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6CE8A-47C9-4A68-82CD-852740B894F1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B0F07A-CD99-AB7C-BB36-4ADD4DB78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A344F4-44D0-292F-ED87-16237CEBE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D31D-C654-495B-9E1E-D93AFACEC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576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3EE052D-D393-4D4B-EF19-954FF6BC31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9C84FFA-3093-3728-3DBD-B95724BC8A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059836-065D-6B1B-6B04-998A0760D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6CE8A-47C9-4A68-82CD-852740B894F1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F2B5F7-42FE-1EA7-AF51-22E4B5E2E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2E16C3-1108-F124-C7CB-FBD493C55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5D31D-C654-495B-9E1E-D93AFACEC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549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F928F4C-CE3B-CDE3-C8D9-7ECF52D80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F0B735-0D3B-9B37-C8C0-66055A6A5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46917B-DD53-43D8-651C-606FFCC243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36CE8A-47C9-4A68-82CD-852740B894F1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0478B6-325E-B93A-5ABF-DA1999540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9E8AF1-BD83-E471-7757-B1279BDB53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25D31D-C654-495B-9E1E-D93AFACEC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4944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7E94A35-BB1B-5BEA-B3CA-B642C3D16038}"/>
              </a:ext>
            </a:extLst>
          </p:cNvPr>
          <p:cNvSpPr txBox="1"/>
          <p:nvPr/>
        </p:nvSpPr>
        <p:spPr>
          <a:xfrm>
            <a:off x="508000" y="762000"/>
            <a:ext cx="406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OnClick</a:t>
            </a:r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5EEE071-C0D5-116B-4F5F-CD7F64C25DCE}"/>
              </a:ext>
            </a:extLst>
          </p:cNvPr>
          <p:cNvSpPr txBox="1"/>
          <p:nvPr/>
        </p:nvSpPr>
        <p:spPr>
          <a:xfrm>
            <a:off x="508000" y="1905000"/>
            <a:ext cx="406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WithPrev</a:t>
            </a: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FD8CE1B-E84E-FFDF-8905-36B84B22A703}"/>
              </a:ext>
            </a:extLst>
          </p:cNvPr>
          <p:cNvSpPr txBox="1"/>
          <p:nvPr/>
        </p:nvSpPr>
        <p:spPr>
          <a:xfrm>
            <a:off x="508000" y="3048000"/>
            <a:ext cx="406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AfterPrev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97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3" grpId="0" build="p"/>
      <p:bldP spid="4" grpId="0" build="p" bldLvl="2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自定义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朱 天亮</dc:creator>
  <cp:lastModifiedBy>朱 天亮</cp:lastModifiedBy>
  <cp:revision>1</cp:revision>
  <dcterms:created xsi:type="dcterms:W3CDTF">2026-09-06T18:20:46Z</dcterms:created>
  <dcterms:modified xsi:type="dcterms:W3CDTF">2026-09-06T18:20:46Z</dcterms:modified>
</cp:coreProperties>
</file>